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62850" cy="1069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1340" y="427990"/>
            <a:ext cx="857250" cy="222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550">
                <a:solidFill>
                  <a:srgbClr val="0F9ED5"/>
                </a:solidFill>
                <a:latin typeface="Aptos"/>
              </a:rPr>
              <a:t>Set- 3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60" y="963930"/>
            <a:ext cx="1159510" cy="219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550">
                <a:solidFill>
                  <a:srgbClr val="0F9ED5"/>
                </a:solidFill>
                <a:latin typeface="Aptos"/>
              </a:rPr>
              <a:t>Batch-4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060" y="1451610"/>
            <a:ext cx="1659889" cy="1447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F9ED5"/>
                </a:solidFill>
                <a:latin typeface="Canva Sans"/>
              </a:rPr>
              <a:t>2403A52076-SD Nayaz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540" y="1819910"/>
            <a:ext cx="4928870" cy="1943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AI Code Completion for IoT Device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060" y="2254250"/>
            <a:ext cx="6658610" cy="252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400">
                <a:solidFill>
                  <a:srgbClr val="0F9ED5"/>
                </a:solidFill>
                <a:latin typeface="Aptos"/>
              </a:rPr>
              <a:t>Q1</a:t>
            </a:r>
            <a:r>
              <a:rPr spc="-100" b="1" sz="1800">
                <a:solidFill>
                  <a:srgbClr val="000000"/>
                </a:solidFill>
                <a:latin typeface="Aptos"/>
              </a:rPr>
              <a:t>: Auto-complete frmware update manager.• Task 1: Use AI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060" y="2528570"/>
            <a:ext cx="685546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scaffold update rollout logic.• Task 2: Add rollback and verifcation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060" y="2875280"/>
            <a:ext cx="572770" cy="1739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800">
                <a:solidFill>
                  <a:srgbClr val="000000"/>
                </a:solidFill>
                <a:latin typeface="Aptos"/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60" y="3606800"/>
            <a:ext cx="966470" cy="232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150">
                <a:solidFill>
                  <a:srgbClr val="000000"/>
                </a:solidFill>
                <a:latin typeface="Aptos"/>
              </a:rPr>
              <a:t>Prompt: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060" y="4009390"/>
            <a:ext cx="6503670" cy="248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"Design a frmware update manager that uses AI to scaffold rollout logic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" y="4304030"/>
            <a:ext cx="680593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staged device updates, and include automated rollback and verifcation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" y="4533900"/>
            <a:ext cx="1831339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The manager should: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" y="4922520"/>
            <a:ext cx="4010660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Sequence updates in batches (staged rollout).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" y="5161280"/>
            <a:ext cx="527812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Verify frmware integrity and device health after each update.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860" y="5389880"/>
            <a:ext cx="648716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Automatically roll back to a previous version if health checks or verifcation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860" y="5628640"/>
            <a:ext cx="32385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fail.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" y="6355080"/>
            <a:ext cx="381507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950">
                <a:solidFill>
                  <a:srgbClr val="000000"/>
                </a:solidFill>
                <a:latin typeface="Aptos"/>
              </a:rPr>
              <a:t>Given code in the python language: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" y="6790690"/>
            <a:ext cx="130302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import 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060" y="7180580"/>
            <a:ext cx="101727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import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060" y="7571740"/>
            <a:ext cx="14478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ping(device):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59" y="7952740"/>
            <a:ext cx="465455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random.random() &gt; 0.4 # 60% success chance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060" y="8666480"/>
            <a:ext cx="294894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Task 1: Aggregator + Alert Trigger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060" y="9057640"/>
            <a:ext cx="280924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heartbeat_monitor(devices):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59" y="9446260"/>
            <a:ext cx="315976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print("Checking device heartbeat...")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59" y="9838690"/>
            <a:ext cx="85598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 = {}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4972050"/>
            <a:ext cx="69850" cy="76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5213350"/>
            <a:ext cx="69850" cy="698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5441950"/>
            <a:ext cx="69850" cy="69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8159" y="389890"/>
            <a:ext cx="1366520" cy="1358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for d in devices: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260" y="779780"/>
            <a:ext cx="120269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alive = ping(d)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260" y="1160780"/>
            <a:ext cx="137668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status[d] =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260" y="1550670"/>
            <a:ext cx="388492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print(f"{d}: {'ONLINE' if alive else 'OFFLINE'}")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260" y="1941830"/>
            <a:ext cx="94615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if not alive: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360" y="2275840"/>
            <a:ext cx="2451100" cy="248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print(f"ALERT: {d} is offline!")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59" y="2729230"/>
            <a:ext cx="11188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60" y="3371850"/>
            <a:ext cx="3176269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Task 2: Retry + Exponential Backoff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060" y="3818890"/>
            <a:ext cx="352679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heartbeat_retry(device, attempts=3):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59" y="4210050"/>
            <a:ext cx="77343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delay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59" y="4599940"/>
            <a:ext cx="370331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print(f"\nRetrying heartbeat for {device}...")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59" y="4980940"/>
            <a:ext cx="20281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for i in range(attempts):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260" y="5370830"/>
            <a:ext cx="12750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if ping(device):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360" y="5769610"/>
            <a:ext cx="2616200" cy="237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print(f"{device} is ONLINE</a:t>
            </a:r>
            <a:r>
              <a:rPr spc="-100" sz="1550">
                <a:solidFill>
                  <a:srgbClr val="000000"/>
                </a:solidFill>
                <a:latin typeface="helv"/>
              </a:rPr>
              <a:t> ✔</a:t>
            </a:r>
            <a:r>
              <a:rPr spc="-100" sz="1550">
                <a:solidFill>
                  <a:srgbClr val="000000"/>
                </a:solidFill>
                <a:latin typeface="Aptos"/>
              </a:rPr>
              <a:t>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360" y="6153150"/>
            <a:ext cx="94742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260" y="6543040"/>
            <a:ext cx="4037329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print(f"Attempt {i+1}: failed, retry in {delay}s...")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260" y="6932930"/>
            <a:ext cx="151384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time.sleep(delay)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260" y="7315200"/>
            <a:ext cx="86614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delay *=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59" y="7705090"/>
            <a:ext cx="40576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print(f"FINAL ALERT: {device} not responding!")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59" y="8096250"/>
            <a:ext cx="10414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060" y="8484870"/>
            <a:ext cx="853440" cy="1638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RUN Q2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060" y="8867140"/>
            <a:ext cx="232664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devices = ["D1", "D2", "D3"]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060" y="9257030"/>
            <a:ext cx="502920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 = heartbeat_monitor(devices)heartbeat_retry("D1")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060" y="9676130"/>
            <a:ext cx="4094479" cy="257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Aptos"/>
              </a:rPr>
              <a:t>For this code generated output: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7860" y="5261610"/>
            <a:ext cx="610489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00"/>
                </a:solidFill>
                <a:latin typeface="Aptos"/>
              </a:rPr>
              <a:t>Verifcation Steps</a:t>
            </a:r>
            <a:r>
              <a:rPr spc="-100" sz="1200">
                <a:solidFill>
                  <a:srgbClr val="000000"/>
                </a:solidFill>
                <a:latin typeface="Aptos"/>
              </a:rPr>
              <a:t>: After each update, the manager checks the frmware signature and device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860" y="5443220"/>
            <a:ext cx="278891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health to ensure integrity and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060" y="5784850"/>
            <a:ext cx="1450340" cy="2120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950">
                <a:solidFill>
                  <a:srgbClr val="000000"/>
                </a:solidFill>
                <a:latin typeface="Aptos"/>
              </a:rPr>
              <a:t>Explanation: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860" y="6162040"/>
            <a:ext cx="6296660" cy="248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50">
                <a:solidFill>
                  <a:srgbClr val="000000"/>
                </a:solidFill>
                <a:latin typeface="Aptos"/>
              </a:rPr>
              <a:t>AI-Scaffolded Rollout</a:t>
            </a:r>
            <a:r>
              <a:rPr spc="-100" sz="1550">
                <a:solidFill>
                  <a:srgbClr val="000000"/>
                </a:solidFill>
                <a:latin typeface="Aptos"/>
              </a:rPr>
              <a:t>: The manager uses AI to determine optimal batch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860" y="6456680"/>
            <a:ext cx="608076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sizes and sequencing, reducing risk by updating devices in groups and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860" y="6704330"/>
            <a:ext cx="36576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monitoring each group before proceeding.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860" y="6932930"/>
            <a:ext cx="629031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50">
                <a:solidFill>
                  <a:srgbClr val="000000"/>
                </a:solidFill>
                <a:latin typeface="Aptos"/>
              </a:rPr>
              <a:t>Verifcation Steps</a:t>
            </a:r>
            <a:r>
              <a:rPr spc="-100" sz="1550">
                <a:solidFill>
                  <a:srgbClr val="000000"/>
                </a:solidFill>
                <a:latin typeface="Aptos"/>
              </a:rPr>
              <a:t>: After each update, the manager checks the frmware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860" y="7180580"/>
            <a:ext cx="556641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signature and device health to ensure integrity and functionality.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7418070"/>
            <a:ext cx="615442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50">
                <a:solidFill>
                  <a:srgbClr val="000000"/>
                </a:solidFill>
                <a:latin typeface="Aptos"/>
              </a:rPr>
              <a:t>Rollback Mechanism</a:t>
            </a:r>
            <a:r>
              <a:rPr spc="-100" sz="1550">
                <a:solidFill>
                  <a:srgbClr val="000000"/>
                </a:solidFill>
                <a:latin typeface="Aptos"/>
              </a:rPr>
              <a:t>: If verifcation or health checks fail, the manager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860" y="7666990"/>
            <a:ext cx="647827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automatically reverts to the previous frmware version to maintain stability.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860" y="7894320"/>
            <a:ext cx="616204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50">
                <a:solidFill>
                  <a:srgbClr val="000000"/>
                </a:solidFill>
                <a:latin typeface="Aptos"/>
              </a:rPr>
              <a:t>Logging and Alerts</a:t>
            </a:r>
            <a:r>
              <a:rPr spc="-100" sz="1550">
                <a:solidFill>
                  <a:srgbClr val="000000"/>
                </a:solidFill>
                <a:latin typeface="Aptos"/>
              </a:rPr>
              <a:t>: All events (success, rollback, errors) are logged for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" y="8133080"/>
            <a:ext cx="158496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audit and alerting.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" y="8538210"/>
            <a:ext cx="1243330" cy="234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150">
                <a:solidFill>
                  <a:srgbClr val="000000"/>
                </a:solidFill>
                <a:latin typeface="Aptos"/>
              </a:rPr>
              <a:t>Summary: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60" y="9000490"/>
            <a:ext cx="587121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This frmware update manager combines AI-driven rollout logic with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" y="9229090"/>
            <a:ext cx="66090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automated rollback and verifcation, ensuring safe and reliable updates. The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" y="9466580"/>
            <a:ext cx="598551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staged approach minimizes risk, while verifcation and rollback steps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" y="9705340"/>
            <a:ext cx="343916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guarantee system stability and security.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349250"/>
            <a:ext cx="6813550" cy="4406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5295900"/>
            <a:ext cx="69850" cy="76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6267450"/>
            <a:ext cx="69850" cy="76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" y="6985000"/>
            <a:ext cx="69850" cy="698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7467600"/>
            <a:ext cx="69850" cy="76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7943850"/>
            <a:ext cx="6985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3060" y="416559"/>
            <a:ext cx="6236970" cy="251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400">
                <a:solidFill>
                  <a:srgbClr val="0F9ED5"/>
                </a:solidFill>
                <a:latin typeface="Aptos"/>
              </a:rPr>
              <a:t>Q2</a:t>
            </a:r>
            <a:r>
              <a:rPr spc="-100" sz="2400">
                <a:solidFill>
                  <a:srgbClr val="000000"/>
                </a:solidFill>
                <a:latin typeface="Aptos"/>
              </a:rPr>
              <a:t>:</a:t>
            </a:r>
            <a:r>
              <a:rPr spc="-100" sz="1800">
                <a:solidFill>
                  <a:srgbClr val="000000"/>
                </a:solidFill>
                <a:latin typeface="Aptos"/>
              </a:rPr>
              <a:t> Implement device heartbeat monitoring.• Task 1: Use AI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60" y="753110"/>
            <a:ext cx="6733540" cy="1943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generate aggregator and alert trigger.• Task 2: Add retry &amp; exponential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060" y="956310"/>
            <a:ext cx="8026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backoff.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060" y="1766570"/>
            <a:ext cx="878840" cy="2108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950">
                <a:solidFill>
                  <a:srgbClr val="000000"/>
                </a:solidFill>
                <a:latin typeface="Aptos"/>
              </a:rPr>
              <a:t>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060" y="2209800"/>
            <a:ext cx="5923280" cy="1943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"Create a device heartbeat monitoring system that uses AI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060" y="2477770"/>
            <a:ext cx="556387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generate an aggregator and alert trigger. Incorporate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060" y="2680970"/>
            <a:ext cx="648969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attempts with exponential backoff on missed heartbeats to ensure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060" y="3002280"/>
            <a:ext cx="197485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reliable monitoring."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060" y="3421379"/>
            <a:ext cx="381507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950">
                <a:solidFill>
                  <a:srgbClr val="000000"/>
                </a:solidFill>
                <a:latin typeface="Aptos"/>
              </a:rPr>
              <a:t>Given code in the python language: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" y="3856990"/>
            <a:ext cx="130302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import 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" y="4246880"/>
            <a:ext cx="101727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import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" y="4960620"/>
            <a:ext cx="2555240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Simulated device heartbeat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060" y="5351780"/>
            <a:ext cx="144780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ping(device):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59" y="5742940"/>
            <a:ext cx="465455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random.random() &gt; 0.4 # 60% success chance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" y="6456680"/>
            <a:ext cx="294894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Task 1: Aggregator + Alert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" y="6837680"/>
            <a:ext cx="280924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heartbeat_monitor(devices):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59" y="7227570"/>
            <a:ext cx="3159760" cy="172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print("Checking device heartbeat...")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59" y="7618730"/>
            <a:ext cx="85598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 = 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59" y="8009890"/>
            <a:ext cx="136652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for d in devices: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260" y="8390890"/>
            <a:ext cx="120269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alive = ping(d)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260" y="8780780"/>
            <a:ext cx="1376680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status[d] = alive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260" y="9170670"/>
            <a:ext cx="388492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print(f"{d}: {'ONLINE' if alive else 'OFFLINE'}")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260" y="9552940"/>
            <a:ext cx="94615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if not alive: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360" y="9886950"/>
            <a:ext cx="24511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print(f"ALERT: {d} is offline!")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8159" y="405130"/>
            <a:ext cx="111887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60" y="1047750"/>
            <a:ext cx="3176269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Task 2: Retry + Exponential Backoff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3060" y="1494790"/>
            <a:ext cx="352679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def heartbeat_retry(device, attempts=3):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59" y="1885950"/>
            <a:ext cx="77343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delay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59" y="2265680"/>
            <a:ext cx="370331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print(f"\nRetrying heartbeat for {device}...")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" y="2656840"/>
            <a:ext cx="202818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for i in range(attempts):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260" y="3046730"/>
            <a:ext cx="127508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if ping(device):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60" y="3436620"/>
            <a:ext cx="2616200" cy="236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print(f"{device} is ONLINE</a:t>
            </a:r>
            <a:r>
              <a:rPr spc="-100" sz="1550">
                <a:solidFill>
                  <a:srgbClr val="000000"/>
                </a:solidFill>
                <a:latin typeface="helv"/>
              </a:rPr>
              <a:t> ✔</a:t>
            </a:r>
            <a:r>
              <a:rPr spc="-100" sz="1550">
                <a:solidFill>
                  <a:srgbClr val="000000"/>
                </a:solidFill>
                <a:latin typeface="Aptos"/>
              </a:rPr>
              <a:t>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360" y="3829050"/>
            <a:ext cx="94742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260" y="4218940"/>
            <a:ext cx="4037329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print(f"Attempt {i+1}: failed, retry in {delay}s...")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260" y="4608830"/>
            <a:ext cx="1513840" cy="1701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time.sleep(delay)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260" y="4991100"/>
            <a:ext cx="866140" cy="1689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delay *=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59" y="5380990"/>
            <a:ext cx="4057650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print(f"FINAL ALERT: {device} not responding!")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59" y="5772150"/>
            <a:ext cx="10414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return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060" y="6150610"/>
            <a:ext cx="318007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# RUN Q2devices = ["D1", "D2", "D3"]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060" y="6543040"/>
            <a:ext cx="3164840" cy="1689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status = heartbeat_monitor(devices)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" y="6932930"/>
            <a:ext cx="1864359" cy="1701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heartbeat_retry("D1")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060" y="7343140"/>
            <a:ext cx="4094479" cy="256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000000"/>
                </a:solidFill>
                <a:latin typeface="Aptos"/>
              </a:rPr>
              <a:t>For this code generated output: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3060" y="3674110"/>
            <a:ext cx="1649729" cy="255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400">
                <a:solidFill>
                  <a:srgbClr val="000000"/>
                </a:solidFill>
                <a:latin typeface="Aptos"/>
              </a:rPr>
              <a:t>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860" y="4173220"/>
            <a:ext cx="641604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aggregate_heartbeats method periodically checks heartbeats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7860" y="4431030"/>
            <a:ext cx="5664200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from multiple devices using the check_heartbeat method,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860" y="4697730"/>
            <a:ext cx="2621279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implementing aggregation.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860" y="4964430"/>
            <a:ext cx="5854699" cy="193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The check_heartbeat method retries on missed beats,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860" y="5166360"/>
            <a:ext cx="616077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exponential backoff to increase delay between retries, avoiding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860" y="5497830"/>
            <a:ext cx="176402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network overload.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860" y="5754370"/>
            <a:ext cx="602488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If all retries fail, the trigger_alert method sends an alert for the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6021070"/>
            <a:ext cx="583311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device, highlighting possible device failure or disconnection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860" y="6747509"/>
            <a:ext cx="1789429" cy="1612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The monitor stores: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460" y="7014209"/>
            <a:ext cx="2221229" cy="207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last heartbeat 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460" y="7280909"/>
            <a:ext cx="512826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current health:</a:t>
            </a:r>
            <a:r>
              <a:rPr spc="-100" b="1" sz="1800">
                <a:solidFill>
                  <a:srgbClr val="000000"/>
                </a:solidFill>
                <a:latin typeface="Times New Roman"/>
              </a:rPr>
              <a:t> HEALTHY</a:t>
            </a:r>
            <a:r>
              <a:rPr spc="-100" sz="1800">
                <a:solidFill>
                  <a:srgbClr val="000000"/>
                </a:solidFill>
                <a:latin typeface="Times New Roman"/>
              </a:rPr>
              <a:t>,</a:t>
            </a:r>
            <a:r>
              <a:rPr spc="-100" b="1" sz="1800">
                <a:solidFill>
                  <a:srgbClr val="000000"/>
                </a:solidFill>
                <a:latin typeface="Times New Roman"/>
              </a:rPr>
              <a:t> WARNING</a:t>
            </a:r>
            <a:r>
              <a:rPr spc="-100" sz="1800">
                <a:solidFill>
                  <a:srgbClr val="000000"/>
                </a:solidFill>
                <a:latin typeface="Times New Roman"/>
              </a:rPr>
              <a:t>, or</a:t>
            </a:r>
            <a:r>
              <a:rPr spc="-100" b="1" sz="1800">
                <a:solidFill>
                  <a:srgbClr val="000000"/>
                </a:solidFill>
                <a:latin typeface="Times New Roman"/>
              </a:rPr>
              <a:t>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460" y="7547609"/>
            <a:ext cx="555117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retry count The core process</a:t>
            </a:r>
            <a:r>
              <a:rPr spc="-100" sz="1800">
                <a:solidFill>
                  <a:srgbClr val="000000"/>
                </a:solidFill>
                <a:latin typeface="Courier New"/>
              </a:rPr>
              <a:t> check_devices()</a:t>
            </a:r>
            <a:r>
              <a:rPr spc="-100" sz="1800">
                <a:solidFill>
                  <a:srgbClr val="000000"/>
                </a:solidFill>
                <a:latin typeface="Times New Roman"/>
              </a:rPr>
              <a:t> scans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460" y="7823200"/>
            <a:ext cx="3548379" cy="1612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devices. If the time since last heartbeat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460" y="8081009"/>
            <a:ext cx="5165090" cy="220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Times New Roman"/>
              </a:rPr>
              <a:t>exceeds</a:t>
            </a:r>
            <a:r>
              <a:rPr spc="-100" sz="1800">
                <a:solidFill>
                  <a:srgbClr val="000000"/>
                </a:solidFill>
                <a:latin typeface="Courier New"/>
              </a:rPr>
              <a:t>heartbeat_timeout_sec</a:t>
            </a:r>
            <a:r>
              <a:rPr spc="-100" sz="1800">
                <a:solidFill>
                  <a:srgbClr val="000000"/>
                </a:solidFill>
                <a:latin typeface="Times New Roman"/>
              </a:rPr>
              <a:t>, the system calls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460" y="8375650"/>
            <a:ext cx="1840229" cy="2019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Courier New"/>
              </a:rPr>
              <a:t>retry_check()</a:t>
            </a:r>
            <a:r>
              <a:rPr spc="-100" sz="1800">
                <a:solidFill>
                  <a:srgbClr val="000000"/>
                </a:solidFill>
                <a:latin typeface="Times New Roman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060" y="8806180"/>
            <a:ext cx="1309370" cy="233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2150">
                <a:solidFill>
                  <a:srgbClr val="000000"/>
                </a:solidFill>
                <a:latin typeface="Aptos"/>
              </a:rPr>
              <a:t>Summary: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060" y="9278620"/>
            <a:ext cx="619506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This Python implementation provides a robust device heartbeat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060" y="9545320"/>
            <a:ext cx="661035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monitoring system with an AI-generated aggregator and alert trigger.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060" y="9748520"/>
            <a:ext cx="613029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Retry attempts with exponential backoff help efficiently handle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" y="349250"/>
            <a:ext cx="6254750" cy="278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4229100"/>
            <a:ext cx="69850" cy="76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" y="5022850"/>
            <a:ext cx="69850" cy="698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" y="5822950"/>
            <a:ext cx="69850" cy="698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6819900"/>
            <a:ext cx="69850" cy="76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" y="7067550"/>
            <a:ext cx="10795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50" y="7334250"/>
            <a:ext cx="107950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450" y="7594600"/>
            <a:ext cx="107950" cy="107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3060" y="401320"/>
            <a:ext cx="6742430" cy="1930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network issues and reduce false alarms, ensuring reliable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060" y="668020"/>
            <a:ext cx="1611630" cy="153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800">
                <a:solidFill>
                  <a:srgbClr val="000000"/>
                </a:solidFill>
                <a:latin typeface="Aptos"/>
              </a:rPr>
              <a:t>of device status.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